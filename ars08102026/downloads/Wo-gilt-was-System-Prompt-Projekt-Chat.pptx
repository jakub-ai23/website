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83" r:id="rId5"/>
    <p:sldMasterId id="2147483718" r:id="rId6"/>
    <p:sldMasterId id="2147483754" r:id="rId7"/>
    <p:sldMasterId id="2147483789" r:id="rId8"/>
  </p:sldMasterIdLst>
  <p:notesMasterIdLst>
    <p:notesMasterId r:id="rId9"/>
  </p:notesMasterIdLst>
  <p:sldIdLst>
    <p:sldId id="256" r:id="rId23"/>
  </p:sldIdLst>
  <p:sldSz cy="6858000" cx="12192000"/>
  <p:notesSz cx="6858000" cy="9144000"/>
  <p:embeddedFontLst>
    <p:embeddedFont>
      <p:font typeface="Play"/>
      <p:regular r:id="rId80"/>
      <p:bold r:id="rId81"/>
    </p:embeddedFont>
    <p:embeddedFont>
      <p:font typeface="Poppins"/>
      <p:regular r:id="rId82"/>
      <p:bold r:id="rId83"/>
      <p:italic r:id="rId84"/>
      <p:boldItalic r:id="rId85"/>
    </p:embeddedFont>
    <p:embeddedFont>
      <p:font typeface="Montserrat"/>
      <p:regular r:id="rId86"/>
      <p:bold r:id="rId87"/>
      <p:italic r:id="rId88"/>
      <p:boldItalic r:id="rId89"/>
    </p:embeddedFont>
    <p:embeddedFont>
      <p:font typeface="Montserrat ExtraBold"/>
      <p:bold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2" roundtripDataSignature="AMtx7mhF6xo0Y3YD3Q1FFiSphzIAIHmJ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B0D068-D17E-451C-A91B-0FFF6146B503}">
  <a:tblStyle styleId="{9EB0D068-D17E-451C-A91B-0FFF6146B5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23" Type="http://schemas.openxmlformats.org/officeDocument/2006/relationships/slide" Target="slides/slide1.xml"/><Relationship Id="rId80" Type="http://schemas.openxmlformats.org/officeDocument/2006/relationships/font" Target="fonts/Play-regular.fntdata"/><Relationship Id="rId81" Type="http://schemas.openxmlformats.org/officeDocument/2006/relationships/font" Target="fonts/Play-bold.fntdata"/><Relationship Id="rId82" Type="http://schemas.openxmlformats.org/officeDocument/2006/relationships/font" Target="fonts/Poppins-regular.fntdata"/><Relationship Id="rId83" Type="http://schemas.openxmlformats.org/officeDocument/2006/relationships/font" Target="fonts/Poppins-bold.fntdata"/><Relationship Id="rId84" Type="http://schemas.openxmlformats.org/officeDocument/2006/relationships/font" Target="fonts/Poppins-italic.fntdata"/><Relationship Id="rId85" Type="http://schemas.openxmlformats.org/officeDocument/2006/relationships/font" Target="fonts/Poppins-boldItalic.fntdata"/><Relationship Id="rId86" Type="http://schemas.openxmlformats.org/officeDocument/2006/relationships/font" Target="fonts/Montserrat-regular.fntdata"/><Relationship Id="rId87" Type="http://schemas.openxmlformats.org/officeDocument/2006/relationships/font" Target="fonts/Montserrat-bold.fntdata"/><Relationship Id="rId88" Type="http://schemas.openxmlformats.org/officeDocument/2006/relationships/font" Target="fonts/Montserrat-italic.fntdata"/><Relationship Id="rId89" Type="http://schemas.openxmlformats.org/officeDocument/2006/relationships/font" Target="fonts/Montserrat-boldItalic.fntdata"/><Relationship Id="rId90" Type="http://schemas.openxmlformats.org/officeDocument/2006/relationships/font" Target="fonts/MontserratExtraBold-bold.fntdata"/><Relationship Id="rId91" Type="http://schemas.openxmlformats.org/officeDocument/2006/relationships/font" Target="fonts/MontserratExtraBold-boldItalic.fntdata"/><Relationship Id="rId9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Inhalt aus der Grafik „Wo gilt was · die drei Ebenen“ im tecTrain-E-Learning 07.10. Zwei Sachen folgen daraus: Was im Projekt steht, gilt in jedem NEUEN Chat dieses Projekts, ohne Wiederholung. Und je weiter innen, desto mehr Gewicht (Faustregel, kein Herstellerzitat). Auf der tecTrain-Seite steht „Belegt ist: Die Projekt-Anweisung hat Vorrang vor Ihren allgemeinen Anweisungen“, die Quelle dafür vor einer Weitergabe der Folie gegenprüfen.</a:t>
            </a:r>
          </a:p>
          <a:p>
            <a:r>
              <a:t>Namen je Werkzeug: ChatGPT „Benutzerdefinierte Anweisungen“ und Projekte; Claude Präferenzen im Profil und Projekte; Copilot Personalisierung und Agent; Gemini Anweisungen für Gemini und Gems.</a:t>
            </a:r>
          </a:p>
          <a:p>
            <a:r>
              <a:t>Brücke: Übung 4 schreibt den System-Prompt, Übung 5 (Skill-Bauer) und Übung 6 (PowerPoint) die Projekt-Anweisung.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jp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jp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jp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jp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jp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jp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jp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jp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jp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jp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jp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jp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jp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jp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jp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jp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jp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jp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.jp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5.jp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6.jp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jp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1" showMasterSp="0">
  <p:cSld name="Titel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showMasterSp="0">
  <p:cSld name="Zwei Inhal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838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2" type="body"/>
          </p:nvPr>
        </p:nvSpPr>
        <p:spPr>
          <a:xfrm>
            <a:off x="6172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Logo" showMasterSp="0">
  <p:cSld name="Titel schmal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659938" y="241300"/>
            <a:ext cx="99255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2">
  <p:cSld name="Titel schmal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Logo">
  <p:cSld name="Titel breit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2" showMasterSp="0">
  <p:cSld name="Titel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3">
  <p:cSld name="Titel schmal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6">
  <p:cSld name="Zwischenfolie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Slide">
  <p:cSld name="22_Title Slid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6d3a8a72c_0_2069"/>
          <p:cNvSpPr txBox="1"/>
          <p:nvPr>
            <p:ph idx="1" type="body"/>
          </p:nvPr>
        </p:nvSpPr>
        <p:spPr>
          <a:xfrm>
            <a:off x="3783806" y="3448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g3b6d3a8a72c_0_2069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b6d3a8a72c_0_2069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43;g3b6d3a8a72c_0_2069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Google Shape;44;g3b6d3a8a72c_0_2069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g3b6d3a8a72c_0_2069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g3b6d3a8a72c_0_2069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g3b6d3a8a72c_0_2069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48;g3b6d3a8a72c_0_2069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" name="Google Shape;49;g3b6d3a8a72c_0_2069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g3b6d3a8a72c_0_2069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" name="Google Shape;51;g3b6d3a8a72c_0_20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543" y="617045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6d3a8a72c_0_329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b6d3a8a72c_0_329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b6d3a8a72c_0_329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g3b6d3a8a72c_0_329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g3b6d3a8a72c_0_329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b6d3a8a72c_0_329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g3b6d3a8a72c_0_329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g3b6d3a8a72c_0_329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b6d3a8a72c_0_329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g3b6d3a8a72c_0_329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g3b6d3a8a72c_0_329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" name="Google Shape;64;g3b6d3a8a72c_0_3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0621" y="6244446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Slide">
  <p:cSld name="25_Title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d3a8a72c_0_2082"/>
          <p:cNvSpPr txBox="1"/>
          <p:nvPr>
            <p:ph idx="1" type="body"/>
          </p:nvPr>
        </p:nvSpPr>
        <p:spPr>
          <a:xfrm>
            <a:off x="3783806" y="354417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b6d3a8a72c_0_2082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8" name="Google Shape;68;g3b6d3a8a72c_0_20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06" y="61699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d3a8a72c_0_2086"/>
          <p:cNvSpPr txBox="1"/>
          <p:nvPr>
            <p:ph idx="1" type="body"/>
          </p:nvPr>
        </p:nvSpPr>
        <p:spPr>
          <a:xfrm>
            <a:off x="2620332" y="1721316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b6d3a8a72c_0_2086"/>
          <p:cNvSpPr txBox="1"/>
          <p:nvPr>
            <p:ph idx="2" type="body"/>
          </p:nvPr>
        </p:nvSpPr>
        <p:spPr>
          <a:xfrm>
            <a:off x="2620332" y="2087164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g3b6d3a8a72c_0_2086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g3b6d3a8a72c_0_2086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g3b6d3a8a72c_0_2086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g3b6d3a8a72c_0_2086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b6d3a8a72c_0_2086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b6d3a8a72c_0_2086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" name="Google Shape;78;g3b6d3a8a72c_0_2086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b6d3a8a72c_0_2086"/>
          <p:cNvSpPr txBox="1"/>
          <p:nvPr>
            <p:ph idx="3" type="body"/>
          </p:nvPr>
        </p:nvSpPr>
        <p:spPr>
          <a:xfrm>
            <a:off x="2620963" y="2868613"/>
            <a:ext cx="6575400" cy="3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4pPr>
            <a:lvl5pPr indent="-3302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0" name="Google Shape;80;g3b6d3a8a72c_0_20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77" y="387403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d3a8a72c_0_2098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g3b6d3a8a72c_0_20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STRANICA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" name="Google Shape;84;g3b6d3a8a72c_0_2098"/>
          <p:cNvSpPr/>
          <p:nvPr>
            <p:ph idx="2" type="pic"/>
          </p:nvPr>
        </p:nvSpPr>
        <p:spPr>
          <a:xfrm>
            <a:off x="0" y="49213"/>
            <a:ext cx="3312600" cy="608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85" name="Google Shape;85;g3b6d3a8a72c_0_20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1006" y="4168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1">
  <p:cSld name="Titel schmal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1">
  <p:cSld name="Titel brei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2">
  <p:cSld name="Titel brei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3">
  <p:cSld name="Titel brei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4">
  <p:cSld name="Titel breit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5">
  <p:cSld name="Titel breit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4">
  <p:cSld name="Titel schmal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">
  <p:cSld name="Zwischen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2">
  <p:cSld name="Zwischen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3">
  <p:cSld name="Zwischenfoli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4">
  <p:cSld name="Zwischenfolie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5">
  <p:cSld name="Zwischenfolie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7">
  <p:cSld name="Zwischenfolie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8">
  <p:cSld name="Zwischenfolie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9">
  <p:cSld name="Zwischenfolie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0">
  <p:cSld name="Zwischenfolie 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1">
  <p:cSld name="Zwischenfolie 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6d3a8a72c_0_1642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g3b6d3a8a72c_0_1642"/>
          <p:cNvPicPr preferRelativeResize="0"/>
          <p:nvPr/>
        </p:nvPicPr>
        <p:blipFill rotWithShape="1">
          <a:blip r:embed="rId2">
            <a:alphaModFix/>
          </a:blip>
          <a:srcRect b="23935" l="0" r="0" t="18369"/>
          <a:stretch/>
        </p:blipFill>
        <p:spPr>
          <a:xfrm flipH="1" rot="5400000">
            <a:off x="-2152329" y="2152328"/>
            <a:ext cx="6858001" cy="255334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6d3a8a72c_0_1642"/>
          <p:cNvSpPr/>
          <p:nvPr/>
        </p:nvSpPr>
        <p:spPr>
          <a:xfrm>
            <a:off x="-2" y="49212"/>
            <a:ext cx="12192000" cy="15075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g3b6d3a8a72c_0_1642"/>
          <p:cNvSpPr txBox="1"/>
          <p:nvPr/>
        </p:nvSpPr>
        <p:spPr>
          <a:xfrm>
            <a:off x="9351886" y="6541981"/>
            <a:ext cx="27432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PAGE </a:t>
            </a:r>
            <a:fld id="{00000000-1234-1234-1234-123412341234}" type="slidenum"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b6d3a8a72c_0_1642"/>
          <p:cNvSpPr txBox="1"/>
          <p:nvPr>
            <p:ph type="title"/>
          </p:nvPr>
        </p:nvSpPr>
        <p:spPr>
          <a:xfrm>
            <a:off x="537473" y="335138"/>
            <a:ext cx="9368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9ABE"/>
              </a:buClr>
              <a:buSzPts val="3600"/>
              <a:buFont typeface="Montserrat ExtraBold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3" name="Google Shape;143;g3b6d3a8a72c_0_16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735" y="537629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6d3a8a72c_0_3566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b6d3a8a72c_0_3566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g3b6d3a8a72c_0_3566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Slide">
  <p:cSld name="23_Title Slid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b7d1dd257d_0_472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b7d1dd257d_0_472"/>
          <p:cNvSpPr txBox="1"/>
          <p:nvPr>
            <p:ph idx="1" type="body"/>
          </p:nvPr>
        </p:nvSpPr>
        <p:spPr>
          <a:xfrm>
            <a:off x="3771106" y="338088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g3b7d1dd257d_0_472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2" name="Google Shape;152;g3b7d1dd257d_0_4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2370" y="256971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7d1dd257d_0_1052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b7d1dd257d_0_1052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b7d1dd257d_0_1052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b7d1dd257d_0_1052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b7d1dd257d_0_1052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9" name="Google Shape;159;g3b7d1dd257d_0_1052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b7d1dd257d_0_10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1120" y="6107636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bf5b12d72_2_4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3fbf5b12d72_2_4"/>
          <p:cNvPicPr preferRelativeResize="0"/>
          <p:nvPr/>
        </p:nvPicPr>
        <p:blipFill rotWithShape="1">
          <a:blip r:embed="rId2">
            <a:alphaModFix/>
          </a:blip>
          <a:srcRect b="23935" l="0" r="0" t="18369"/>
          <a:stretch/>
        </p:blipFill>
        <p:spPr>
          <a:xfrm flipH="1" rot="5400000">
            <a:off x="-2152329" y="2152328"/>
            <a:ext cx="6858001" cy="255334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bf5b12d72_2_4"/>
          <p:cNvSpPr/>
          <p:nvPr/>
        </p:nvSpPr>
        <p:spPr>
          <a:xfrm>
            <a:off x="-2" y="49212"/>
            <a:ext cx="12192000" cy="15075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g3fbf5b12d72_2_4"/>
          <p:cNvSpPr txBox="1"/>
          <p:nvPr/>
        </p:nvSpPr>
        <p:spPr>
          <a:xfrm>
            <a:off x="9351886" y="6541981"/>
            <a:ext cx="27432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PAGE </a:t>
            </a:r>
            <a:fld id="{00000000-1234-1234-1234-123412341234}" type="slidenum"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g3fbf5b12d72_2_4"/>
          <p:cNvSpPr txBox="1"/>
          <p:nvPr>
            <p:ph type="title"/>
          </p:nvPr>
        </p:nvSpPr>
        <p:spPr>
          <a:xfrm>
            <a:off x="537473" y="335138"/>
            <a:ext cx="9368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9ABE"/>
              </a:buClr>
              <a:buSzPts val="3600"/>
              <a:buFont typeface="Montserrat ExtraBold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1" name="Google Shape;171;g3fbf5b12d72_2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735" y="537629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1" showMasterSp="0">
  <p:cSld name="Titel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f5b12d72_2_11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fbf5b12d72_2_11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showMasterSp="0">
  <p:cSld name="Zwei Inhal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f5b12d72_2_14"/>
          <p:cNvSpPr txBox="1"/>
          <p:nvPr>
            <p:ph idx="1" type="body"/>
          </p:nvPr>
        </p:nvSpPr>
        <p:spPr>
          <a:xfrm>
            <a:off x="838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g3fbf5b12d72_2_14"/>
          <p:cNvSpPr txBox="1"/>
          <p:nvPr>
            <p:ph idx="2" type="body"/>
          </p:nvPr>
        </p:nvSpPr>
        <p:spPr>
          <a:xfrm>
            <a:off x="6172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g3fbf5b12d72_2_14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3fbf5b12d72_2_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Logo" showMasterSp="0">
  <p:cSld name="Titel schmal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bf5b12d72_2_19"/>
          <p:cNvSpPr txBox="1"/>
          <p:nvPr>
            <p:ph type="ctrTitle"/>
          </p:nvPr>
        </p:nvSpPr>
        <p:spPr>
          <a:xfrm>
            <a:off x="659938" y="241300"/>
            <a:ext cx="99255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fbf5b12d72_2_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2">
  <p:cSld name="Titel schmal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bf5b12d72_2_22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fbf5b12d72_2_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Logo">
  <p:cSld name="Titel breit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f5b12d72_2_25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3fbf5b12d72_2_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2" showMasterSp="0">
  <p:cSld name="Titel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f5b12d72_2_28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fbf5b12d72_2_28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3">
  <p:cSld name="Titel schmal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bf5b12d72_2_31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fbf5b12d72_2_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6">
  <p:cSld name="Zwischenfolie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f5b12d72_2_3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fbf5b12d72_2_3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Slide">
  <p:cSld name="22_Title Slide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bf5b12d72_2_37"/>
          <p:cNvSpPr txBox="1"/>
          <p:nvPr>
            <p:ph idx="1" type="body"/>
          </p:nvPr>
        </p:nvSpPr>
        <p:spPr>
          <a:xfrm>
            <a:off x="3783806" y="3448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g3fbf5b12d72_2_37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g3fbf5b12d72_2_37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g3fbf5b12d72_2_37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g3fbf5b12d72_2_37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g3fbf5b12d72_2_37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g3fbf5b12d72_2_37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g3fbf5b12d72_2_37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g3fbf5b12d72_2_37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g3fbf5b12d72_2_37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g3fbf5b12d72_2_37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g3fbf5b12d72_2_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543" y="617045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bf5b12d72_2_50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g3fbf5b12d72_2_50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g3fbf5b12d72_2_50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fbf5b12d72_2_50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3fbf5b12d72_2_50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g3fbf5b12d72_2_50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g3fbf5b12d72_2_50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g3fbf5b12d72_2_50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g3fbf5b12d72_2_50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fbf5b12d72_2_50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3fbf5b12d72_2_50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g3fbf5b12d72_2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0621" y="6244446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Slide">
  <p:cSld name="25_Title Slide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bf5b12d72_2_63"/>
          <p:cNvSpPr txBox="1"/>
          <p:nvPr>
            <p:ph idx="1" type="body"/>
          </p:nvPr>
        </p:nvSpPr>
        <p:spPr>
          <a:xfrm>
            <a:off x="3783806" y="354417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g3fbf5b12d72_2_63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7" name="Google Shape;227;g3fbf5b12d72_2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06" y="61699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bf5b12d72_2_67"/>
          <p:cNvSpPr txBox="1"/>
          <p:nvPr>
            <p:ph idx="1" type="body"/>
          </p:nvPr>
        </p:nvSpPr>
        <p:spPr>
          <a:xfrm>
            <a:off x="2620332" y="1721316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g3fbf5b12d72_2_67"/>
          <p:cNvSpPr txBox="1"/>
          <p:nvPr>
            <p:ph idx="2" type="body"/>
          </p:nvPr>
        </p:nvSpPr>
        <p:spPr>
          <a:xfrm>
            <a:off x="2620332" y="2087164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g3fbf5b12d72_2_67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g3fbf5b12d72_2_67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g3fbf5b12d72_2_67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fbf5b12d72_2_67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g3fbf5b12d72_2_67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g3fbf5b12d72_2_67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g3fbf5b12d72_2_67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bf5b12d72_2_67"/>
          <p:cNvSpPr txBox="1"/>
          <p:nvPr>
            <p:ph idx="3" type="body"/>
          </p:nvPr>
        </p:nvSpPr>
        <p:spPr>
          <a:xfrm>
            <a:off x="2620963" y="2868613"/>
            <a:ext cx="6575400" cy="3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4pPr>
            <a:lvl5pPr indent="-3302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9" name="Google Shape;239;g3fbf5b12d72_2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77" y="387403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f5b12d72_2_79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g3fbf5b12d72_2_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STRANICA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3" name="Google Shape;243;g3fbf5b12d72_2_79"/>
          <p:cNvSpPr/>
          <p:nvPr>
            <p:ph idx="2" type="pic"/>
          </p:nvPr>
        </p:nvSpPr>
        <p:spPr>
          <a:xfrm>
            <a:off x="0" y="49213"/>
            <a:ext cx="3312600" cy="608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4" name="Google Shape;244;g3fbf5b12d72_2_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1006" y="4168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1">
  <p:cSld name="Titel schmal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bf5b12d72_2_84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3fbf5b12d72_2_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1">
  <p:cSld name="Titel brei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bf5b12d72_2_87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fbf5b12d72_2_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2">
  <p:cSld name="Titel brei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bf5b12d72_2_90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fbf5b12d72_2_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3">
  <p:cSld name="Titel brei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bf5b12d72_2_93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g3fbf5b12d72_2_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4">
  <p:cSld name="Titel breit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bf5b12d72_2_96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fbf5b12d72_2_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5">
  <p:cSld name="Titel breit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f5b12d72_2_99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fbf5b12d72_2_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4">
  <p:cSld name="Titel schmal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bf5b12d72_2_102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fbf5b12d72_2_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">
  <p:cSld name="Zwischen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f5b12d72_2_105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g3fbf5b12d72_2_105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2">
  <p:cSld name="Zwischen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f5b12d72_2_108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fbf5b12d72_2_108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3">
  <p:cSld name="Zwischenfoli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f5b12d72_2_111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g3fbf5b12d72_2_111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4">
  <p:cSld name="Zwischenfolie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f5b12d72_2_11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fbf5b12d72_2_11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5">
  <p:cSld name="Zwischenfolie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f5b12d72_2_117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g3fbf5b12d72_2_117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7">
  <p:cSld name="Zwischenfolie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f5b12d72_2_120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g3fbf5b12d72_2_120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8">
  <p:cSld name="Zwischenfolie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f5b12d72_2_123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g3fbf5b12d72_2_123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9">
  <p:cSld name="Zwischenfolie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f5b12d72_2_126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fbf5b12d72_2_126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0">
  <p:cSld name="Zwischenfolie 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bf5b12d72_2_129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g3fbf5b12d72_2_129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1">
  <p:cSld name="Zwischenfolie 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f5b12d72_2_132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g3fbf5b12d72_2_132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bf5b12d72_2_135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g3fbf5b12d72_2_135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g3fbf5b12d72_2_135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Slide">
  <p:cSld name="23_Title Slide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fbf5b12d72_2_139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fbf5b12d72_2_139"/>
          <p:cNvSpPr txBox="1"/>
          <p:nvPr>
            <p:ph idx="1" type="body"/>
          </p:nvPr>
        </p:nvSpPr>
        <p:spPr>
          <a:xfrm>
            <a:off x="3771106" y="338088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g3fbf5b12d72_2_139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4" name="Google Shape;304;g3fbf5b12d72_2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2370" y="256971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f5b12d72_2_144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7" name="Google Shape;307;g3fbf5b12d72_2_144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g3fbf5b12d72_2_144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" name="Google Shape;309;g3fbf5b12d72_2_144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g3fbf5b12d72_2_144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1" name="Google Shape;311;g3fbf5b12d72_2_144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fbf5b12d72_2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1120" y="6107636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1" showMasterSp="0">
  <p:cSld name="Titel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bf5b12d72_4_4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g3fbf5b12d72_4_4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showMasterSp="0">
  <p:cSld name="Zwei Inhal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bf5b12d72_4_7"/>
          <p:cNvSpPr txBox="1"/>
          <p:nvPr>
            <p:ph idx="1" type="body"/>
          </p:nvPr>
        </p:nvSpPr>
        <p:spPr>
          <a:xfrm>
            <a:off x="838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g3fbf5b12d72_4_7"/>
          <p:cNvSpPr txBox="1"/>
          <p:nvPr>
            <p:ph idx="2" type="body"/>
          </p:nvPr>
        </p:nvSpPr>
        <p:spPr>
          <a:xfrm>
            <a:off x="6172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3" name="Google Shape;323;g3fbf5b12d72_4_7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g3fbf5b12d72_4_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Logo" showMasterSp="0">
  <p:cSld name="Titel schmal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bf5b12d72_4_12"/>
          <p:cNvSpPr txBox="1"/>
          <p:nvPr>
            <p:ph type="ctrTitle"/>
          </p:nvPr>
        </p:nvSpPr>
        <p:spPr>
          <a:xfrm>
            <a:off x="659938" y="241300"/>
            <a:ext cx="99255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g3fbf5b12d72_4_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2">
  <p:cSld name="Titel schmal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bf5b12d72_4_15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g3fbf5b12d72_4_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Logo">
  <p:cSld name="Titel breit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bf5b12d72_4_18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g3fbf5b12d72_4_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2" showMasterSp="0">
  <p:cSld name="Titel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bf5b12d72_4_21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g3fbf5b12d72_4_21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bf5b12d72_4_24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g3fbf5b12d72_4_24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g3fbf5b12d72_4_24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3">
  <p:cSld name="Titel schmal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bf5b12d72_4_28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g3fbf5b12d72_4_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6">
  <p:cSld name="Zwischenfolie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bf5b12d72_4_31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g3fbf5b12d72_4_31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3">
  <p:cSld name="Zwischenfoli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bf5b12d72_4_3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g3fbf5b12d72_4_3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4">
  <p:cSld name="Titel schmal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bf5b12d72_4_37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g3fbf5b12d72_4_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Slide">
  <p:cSld name="22_Title Slide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bf5b12d72_4_40"/>
          <p:cNvSpPr txBox="1"/>
          <p:nvPr>
            <p:ph idx="1" type="body"/>
          </p:nvPr>
        </p:nvSpPr>
        <p:spPr>
          <a:xfrm>
            <a:off x="3783806" y="3448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g3fbf5b12d72_4_40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g3fbf5b12d72_4_40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g3fbf5b12d72_4_40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g3fbf5b12d72_4_40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g3fbf5b12d72_4_40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g3fbf5b12d72_4_40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g3fbf5b12d72_4_40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g3fbf5b12d72_4_40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g3fbf5b12d72_4_40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g3fbf5b12d72_4_40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5" name="Google Shape;365;g3fbf5b12d72_4_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543" y="617045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bf5b12d72_4_53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8" name="Google Shape;368;g3fbf5b12d72_4_53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g3fbf5b12d72_4_53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g3fbf5b12d72_4_53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g3fbf5b12d72_4_53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g3fbf5b12d72_4_53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g3fbf5b12d72_4_53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g3fbf5b12d72_4_53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g3fbf5b12d72_4_53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g3fbf5b12d72_4_53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g3fbf5b12d72_4_53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8" name="Google Shape;378;g3fbf5b12d72_4_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0621" y="6244446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Slide">
  <p:cSld name="25_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bf5b12d72_4_66"/>
          <p:cNvSpPr txBox="1"/>
          <p:nvPr>
            <p:ph idx="1" type="body"/>
          </p:nvPr>
        </p:nvSpPr>
        <p:spPr>
          <a:xfrm>
            <a:off x="3783806" y="354417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g3fbf5b12d72_4_66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2" name="Google Shape;382;g3fbf5b12d72_4_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06" y="61699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f5b12d72_4_70"/>
          <p:cNvSpPr txBox="1"/>
          <p:nvPr>
            <p:ph idx="1" type="body"/>
          </p:nvPr>
        </p:nvSpPr>
        <p:spPr>
          <a:xfrm>
            <a:off x="2620332" y="1721316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g3fbf5b12d72_4_70"/>
          <p:cNvSpPr txBox="1"/>
          <p:nvPr>
            <p:ph idx="2" type="body"/>
          </p:nvPr>
        </p:nvSpPr>
        <p:spPr>
          <a:xfrm>
            <a:off x="2620332" y="2087164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g3fbf5b12d72_4_70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g3fbf5b12d72_4_70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g3fbf5b12d72_4_70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g3fbf5b12d72_4_70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g3fbf5b12d72_4_70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g3fbf5b12d72_4_70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2" name="Google Shape;392;g3fbf5b12d72_4_70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fbf5b12d72_4_70"/>
          <p:cNvSpPr txBox="1"/>
          <p:nvPr>
            <p:ph idx="3" type="body"/>
          </p:nvPr>
        </p:nvSpPr>
        <p:spPr>
          <a:xfrm>
            <a:off x="2620963" y="2868613"/>
            <a:ext cx="6575400" cy="3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4pPr>
            <a:lvl5pPr indent="-3302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94" name="Google Shape;394;g3fbf5b12d72_4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77" y="387403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bf5b12d72_4_82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g3fbf5b12d72_4_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STRANICA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98" name="Google Shape;398;g3fbf5b12d72_4_82"/>
          <p:cNvSpPr/>
          <p:nvPr>
            <p:ph idx="2" type="pic"/>
          </p:nvPr>
        </p:nvSpPr>
        <p:spPr>
          <a:xfrm>
            <a:off x="0" y="49213"/>
            <a:ext cx="3312600" cy="608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99" name="Google Shape;399;g3fbf5b12d72_4_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1006" y="4168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1">
  <p:cSld name="Titel schmal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bf5b12d72_4_87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g3fbf5b12d72_4_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1">
  <p:cSld name="Titel brei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bf5b12d72_4_90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g3fbf5b12d72_4_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2">
  <p:cSld name="Titel brei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bf5b12d72_4_93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g3fbf5b12d72_4_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3">
  <p:cSld name="Titel brei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bf5b12d72_4_96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g3fbf5b12d72_4_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4">
  <p:cSld name="Titel breit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bf5b12d72_4_99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g3fbf5b12d72_4_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5">
  <p:cSld name="Titel breit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bf5b12d72_4_102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g3fbf5b12d72_4_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">
  <p:cSld name="Zwischen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bf5b12d72_4_105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g3fbf5b12d72_4_105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2">
  <p:cSld name="Zwischen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bf5b12d72_4_108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g3fbf5b12d72_4_108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4">
  <p:cSld name="Zwischenfolie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bf5b12d72_4_111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g3fbf5b12d72_4_111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5">
  <p:cSld name="Zwischenfolie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bf5b12d72_4_11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g3fbf5b12d72_4_11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7">
  <p:cSld name="Zwischenfolie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bf5b12d72_4_117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g3fbf5b12d72_4_117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8">
  <p:cSld name="Zwischenfolie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bf5b12d72_4_120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g3fbf5b12d72_4_120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9">
  <p:cSld name="Zwischenfolie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bf5b12d72_4_123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g3fbf5b12d72_4_123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0">
  <p:cSld name="Zwischenfolie 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bf5b12d72_4_126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g3fbf5b12d72_4_126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1">
  <p:cSld name="Zwischenfolie 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bf5b12d72_4_129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g3fbf5b12d72_4_129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bf5b12d72_4_132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7" name="Google Shape;447;g3fbf5b12d72_4_132"/>
          <p:cNvPicPr preferRelativeResize="0"/>
          <p:nvPr/>
        </p:nvPicPr>
        <p:blipFill rotWithShape="1">
          <a:blip r:embed="rId2">
            <a:alphaModFix/>
          </a:blip>
          <a:srcRect b="23935" l="0" r="0" t="18369"/>
          <a:stretch/>
        </p:blipFill>
        <p:spPr>
          <a:xfrm flipH="1" rot="5400000">
            <a:off x="-2152329" y="2152328"/>
            <a:ext cx="6858001" cy="255334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fbf5b12d72_4_132"/>
          <p:cNvSpPr/>
          <p:nvPr/>
        </p:nvSpPr>
        <p:spPr>
          <a:xfrm>
            <a:off x="-2" y="49212"/>
            <a:ext cx="12192000" cy="15075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" name="Google Shape;449;g3fbf5b12d72_4_132"/>
          <p:cNvSpPr txBox="1"/>
          <p:nvPr/>
        </p:nvSpPr>
        <p:spPr>
          <a:xfrm>
            <a:off x="9351886" y="6541981"/>
            <a:ext cx="27432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PAGE </a:t>
            </a:r>
            <a:fld id="{00000000-1234-1234-1234-123412341234}" type="slidenum"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g3fbf5b12d72_4_132"/>
          <p:cNvSpPr txBox="1"/>
          <p:nvPr>
            <p:ph type="title"/>
          </p:nvPr>
        </p:nvSpPr>
        <p:spPr>
          <a:xfrm>
            <a:off x="537473" y="335138"/>
            <a:ext cx="9368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9ABE"/>
              </a:buClr>
              <a:buSzPts val="3600"/>
              <a:buFont typeface="Montserrat ExtraBold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51" name="Google Shape;451;g3fbf5b12d72_4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735" y="537629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bf5b12d72_4_139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g3fbf5b12d72_4_139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5" name="Google Shape;455;g3fbf5b12d72_4_139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Slide">
  <p:cSld name="23_Title Slid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3fbf5b12d72_4_143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fbf5b12d72_4_143"/>
          <p:cNvSpPr txBox="1"/>
          <p:nvPr>
            <p:ph idx="1" type="body"/>
          </p:nvPr>
        </p:nvSpPr>
        <p:spPr>
          <a:xfrm>
            <a:off x="3771106" y="338088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g3fbf5b12d72_4_143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0" name="Google Shape;460;g3fbf5b12d72_4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2370" y="256971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f5b12d72_4_148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3" name="Google Shape;463;g3fbf5b12d72_4_148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4" name="Google Shape;464;g3fbf5b12d72_4_148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g3fbf5b12d72_4_148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g3fbf5b12d72_4_148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7" name="Google Shape;467;g3fbf5b12d72_4_148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fbf5b12d72_4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1120" y="6107636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f5b12d72_6_4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5" name="Google Shape;475;g3fbf5b12d72_6_4"/>
          <p:cNvPicPr preferRelativeResize="0"/>
          <p:nvPr/>
        </p:nvPicPr>
        <p:blipFill rotWithShape="1">
          <a:blip r:embed="rId2">
            <a:alphaModFix/>
          </a:blip>
          <a:srcRect b="23935" l="0" r="0" t="18369"/>
          <a:stretch/>
        </p:blipFill>
        <p:spPr>
          <a:xfrm flipH="1" rot="5400000">
            <a:off x="-2152329" y="2152328"/>
            <a:ext cx="6858001" cy="255334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fbf5b12d72_6_4"/>
          <p:cNvSpPr/>
          <p:nvPr/>
        </p:nvSpPr>
        <p:spPr>
          <a:xfrm>
            <a:off x="-2" y="49212"/>
            <a:ext cx="12192000" cy="15075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g3fbf5b12d72_6_4"/>
          <p:cNvSpPr txBox="1"/>
          <p:nvPr/>
        </p:nvSpPr>
        <p:spPr>
          <a:xfrm>
            <a:off x="9351886" y="6541981"/>
            <a:ext cx="27432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PAGE </a:t>
            </a:r>
            <a:fld id="{00000000-1234-1234-1234-123412341234}" type="slidenum"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g3fbf5b12d72_6_4"/>
          <p:cNvSpPr txBox="1"/>
          <p:nvPr>
            <p:ph type="title"/>
          </p:nvPr>
        </p:nvSpPr>
        <p:spPr>
          <a:xfrm>
            <a:off x="537473" y="335138"/>
            <a:ext cx="9368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9ABE"/>
              </a:buClr>
              <a:buSzPts val="3600"/>
              <a:buFont typeface="Montserrat ExtraBold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9" name="Google Shape;479;g3fbf5b12d72_6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735" y="537629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1" showMasterSp="0">
  <p:cSld name="Titel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bf5b12d72_6_11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g3fbf5b12d72_6_11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showMasterSp="0">
  <p:cSld name="Zwei Inhal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bf5b12d72_6_14"/>
          <p:cNvSpPr txBox="1"/>
          <p:nvPr>
            <p:ph idx="1" type="body"/>
          </p:nvPr>
        </p:nvSpPr>
        <p:spPr>
          <a:xfrm>
            <a:off x="838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5" name="Google Shape;485;g3fbf5b12d72_6_14"/>
          <p:cNvSpPr txBox="1"/>
          <p:nvPr>
            <p:ph idx="2" type="body"/>
          </p:nvPr>
        </p:nvSpPr>
        <p:spPr>
          <a:xfrm>
            <a:off x="6172200" y="2921000"/>
            <a:ext cx="5181600" cy="3303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6" name="Google Shape;486;g3fbf5b12d72_6_14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g3fbf5b12d72_6_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Logo" showMasterSp="0">
  <p:cSld name="Titel schmal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bf5b12d72_6_19"/>
          <p:cNvSpPr txBox="1"/>
          <p:nvPr>
            <p:ph type="ctrTitle"/>
          </p:nvPr>
        </p:nvSpPr>
        <p:spPr>
          <a:xfrm>
            <a:off x="659938" y="241300"/>
            <a:ext cx="99255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g3fbf5b12d72_6_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2">
  <p:cSld name="Titel schmal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bf5b12d72_6_22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g3fbf5b12d72_6_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Logo">
  <p:cSld name="Titel breit 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bf5b12d72_6_25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g3fbf5b12d72_6_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2" showMasterSp="0">
  <p:cSld name="Titel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bf5b12d72_6_28"/>
          <p:cNvSpPr txBox="1"/>
          <p:nvPr>
            <p:ph type="ctrTitle"/>
          </p:nvPr>
        </p:nvSpPr>
        <p:spPr>
          <a:xfrm>
            <a:off x="1091738" y="23177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g3fbf5b12d72_6_28"/>
          <p:cNvSpPr txBox="1"/>
          <p:nvPr>
            <p:ph idx="1" type="subTitle"/>
          </p:nvPr>
        </p:nvSpPr>
        <p:spPr>
          <a:xfrm>
            <a:off x="1091737" y="44894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3">
  <p:cSld name="Titel schmal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bf5b12d72_6_31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g3fbf5b12d72_6_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6">
  <p:cSld name="Zwischenfolie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bf5b12d72_6_3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g3fbf5b12d72_6_3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Slide">
  <p:cSld name="22_Title Slid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bf5b12d72_6_37"/>
          <p:cNvSpPr txBox="1"/>
          <p:nvPr>
            <p:ph idx="1" type="body"/>
          </p:nvPr>
        </p:nvSpPr>
        <p:spPr>
          <a:xfrm>
            <a:off x="3783806" y="3448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8" name="Google Shape;508;g3fbf5b12d72_6_37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9" name="Google Shape;509;g3fbf5b12d72_6_37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0" name="Google Shape;510;g3fbf5b12d72_6_37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g3fbf5b12d72_6_37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2" name="Google Shape;512;g3fbf5b12d72_6_37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rgbClr val="08C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3" name="Google Shape;513;g3fbf5b12d72_6_37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4" name="Google Shape;514;g3fbf5b12d72_6_37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g3fbf5b12d72_6_37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6" name="Google Shape;516;g3fbf5b12d72_6_37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g3fbf5b12d72_6_37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8" name="Google Shape;518;g3fbf5b12d72_6_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543" y="617045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bf5b12d72_6_50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1" name="Google Shape;521;g3fbf5b12d72_6_50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2" name="Google Shape;522;g3fbf5b12d72_6_50"/>
          <p:cNvSpPr/>
          <p:nvPr/>
        </p:nvSpPr>
        <p:spPr>
          <a:xfrm>
            <a:off x="-67942" y="-861819"/>
            <a:ext cx="1776771" cy="15714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3" name="Google Shape;523;g3fbf5b12d72_6_50"/>
          <p:cNvSpPr/>
          <p:nvPr/>
        </p:nvSpPr>
        <p:spPr>
          <a:xfrm>
            <a:off x="133442" y="932502"/>
            <a:ext cx="527175" cy="466262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g3fbf5b12d72_6_50"/>
          <p:cNvSpPr/>
          <p:nvPr/>
        </p:nvSpPr>
        <p:spPr>
          <a:xfrm>
            <a:off x="-491510" y="-29619"/>
            <a:ext cx="888540" cy="785873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g3fbf5b12d72_6_50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g3fbf5b12d72_6_50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g3fbf5b12d72_6_50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g3fbf5b12d72_6_50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g3fbf5b12d72_6_50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g3fbf5b12d72_6_50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1" name="Google Shape;531;g3fbf5b12d72_6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0621" y="6244446"/>
            <a:ext cx="1348206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Slide">
  <p:cSld name="25_Title Slide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bf5b12d72_6_63"/>
          <p:cNvSpPr txBox="1"/>
          <p:nvPr>
            <p:ph idx="1" type="body"/>
          </p:nvPr>
        </p:nvSpPr>
        <p:spPr>
          <a:xfrm>
            <a:off x="3783806" y="354417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4" name="Google Shape;534;g3fbf5b12d72_6_63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35" name="Google Shape;535;g3fbf5b12d72_6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06" y="61699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bf5b12d72_6_67"/>
          <p:cNvSpPr txBox="1"/>
          <p:nvPr>
            <p:ph idx="1" type="body"/>
          </p:nvPr>
        </p:nvSpPr>
        <p:spPr>
          <a:xfrm>
            <a:off x="2620332" y="1721316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g3fbf5b12d72_6_67"/>
          <p:cNvSpPr txBox="1"/>
          <p:nvPr>
            <p:ph idx="2" type="body"/>
          </p:nvPr>
        </p:nvSpPr>
        <p:spPr>
          <a:xfrm>
            <a:off x="2620332" y="2087164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9" name="Google Shape;539;g3fbf5b12d72_6_67"/>
          <p:cNvSpPr/>
          <p:nvPr/>
        </p:nvSpPr>
        <p:spPr>
          <a:xfrm>
            <a:off x="11452335" y="6124354"/>
            <a:ext cx="1049507" cy="92824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g3fbf5b12d72_6_67"/>
          <p:cNvSpPr/>
          <p:nvPr/>
        </p:nvSpPr>
        <p:spPr>
          <a:xfrm>
            <a:off x="11202141" y="6615920"/>
            <a:ext cx="524845" cy="464201"/>
          </a:xfrm>
          <a:custGeom>
            <a:rect b="b" l="l" r="r" t="t"/>
            <a:pathLst>
              <a:path extrusionOk="0" h="347" w="391">
                <a:moveTo>
                  <a:pt x="81" y="323"/>
                </a:moveTo>
                <a:cubicBezTo>
                  <a:pt x="9" y="198"/>
                  <a:pt x="9" y="198"/>
                  <a:pt x="9" y="198"/>
                </a:cubicBezTo>
                <a:cubicBezTo>
                  <a:pt x="0" y="183"/>
                  <a:pt x="0" y="164"/>
                  <a:pt x="9" y="149"/>
                </a:cubicBezTo>
                <a:cubicBezTo>
                  <a:pt x="81" y="24"/>
                  <a:pt x="81" y="24"/>
                  <a:pt x="81" y="24"/>
                </a:cubicBezTo>
                <a:cubicBezTo>
                  <a:pt x="90" y="9"/>
                  <a:pt x="106" y="0"/>
                  <a:pt x="123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5" y="0"/>
                  <a:pt x="301" y="9"/>
                  <a:pt x="310" y="24"/>
                </a:cubicBezTo>
                <a:cubicBezTo>
                  <a:pt x="382" y="149"/>
                  <a:pt x="382" y="149"/>
                  <a:pt x="382" y="149"/>
                </a:cubicBezTo>
                <a:cubicBezTo>
                  <a:pt x="391" y="164"/>
                  <a:pt x="391" y="183"/>
                  <a:pt x="382" y="198"/>
                </a:cubicBezTo>
                <a:cubicBezTo>
                  <a:pt x="310" y="323"/>
                  <a:pt x="310" y="323"/>
                  <a:pt x="310" y="323"/>
                </a:cubicBezTo>
                <a:cubicBezTo>
                  <a:pt x="301" y="338"/>
                  <a:pt x="285" y="347"/>
                  <a:pt x="268" y="347"/>
                </a:cubicBezTo>
                <a:cubicBezTo>
                  <a:pt x="123" y="347"/>
                  <a:pt x="123" y="347"/>
                  <a:pt x="123" y="347"/>
                </a:cubicBezTo>
                <a:cubicBezTo>
                  <a:pt x="106" y="347"/>
                  <a:pt x="90" y="338"/>
                  <a:pt x="81" y="323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g3fbf5b12d72_6_67"/>
          <p:cNvSpPr/>
          <p:nvPr/>
        </p:nvSpPr>
        <p:spPr>
          <a:xfrm>
            <a:off x="11295486" y="5728024"/>
            <a:ext cx="338153" cy="301095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g3fbf5b12d72_6_67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g3fbf5b12d72_6_67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g3fbf5b12d72_6_67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5" name="Google Shape;545;g3fbf5b12d72_6_67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fbf5b12d72_6_67"/>
          <p:cNvSpPr txBox="1"/>
          <p:nvPr>
            <p:ph idx="3" type="body"/>
          </p:nvPr>
        </p:nvSpPr>
        <p:spPr>
          <a:xfrm>
            <a:off x="2620963" y="2868613"/>
            <a:ext cx="6575400" cy="3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4pPr>
            <a:lvl5pPr indent="-3302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>
                <a:solidFill>
                  <a:srgbClr val="595959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47" name="Google Shape;547;g3fbf5b12d72_6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77" y="387403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bf5b12d72_6_79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0" name="Google Shape;550;g3fbf5b12d72_6_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STRANICA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51" name="Google Shape;551;g3fbf5b12d72_6_79"/>
          <p:cNvSpPr/>
          <p:nvPr>
            <p:ph idx="2" type="pic"/>
          </p:nvPr>
        </p:nvSpPr>
        <p:spPr>
          <a:xfrm>
            <a:off x="0" y="49213"/>
            <a:ext cx="3312600" cy="608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552" name="Google Shape;552;g3fbf5b12d72_6_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1006" y="416870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1">
  <p:cSld name="Titel schmal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bf5b12d72_6_84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g3fbf5b12d72_6_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1">
  <p:cSld name="Titel brei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bf5b12d72_6_87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g3fbf5b12d72_6_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2">
  <p:cSld name="Titel brei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bf5b12d72_6_90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g3fbf5b12d72_6_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3">
  <p:cSld name="Titel brei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bf5b12d72_6_93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g3fbf5b12d72_6_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4">
  <p:cSld name="Titel breit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bf5b12d72_6_96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g3fbf5b12d72_6_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breit 5">
  <p:cSld name="Titel breit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bf5b12d72_6_99"/>
          <p:cNvSpPr txBox="1"/>
          <p:nvPr>
            <p:ph type="ctrTitle"/>
          </p:nvPr>
        </p:nvSpPr>
        <p:spPr>
          <a:xfrm>
            <a:off x="659938" y="533400"/>
            <a:ext cx="81157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g3fbf5b12d72_6_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schmal 4">
  <p:cSld name="Titel schmal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bf5b12d72_6_102"/>
          <p:cNvSpPr txBox="1"/>
          <p:nvPr>
            <p:ph type="ctrTitle"/>
          </p:nvPr>
        </p:nvSpPr>
        <p:spPr>
          <a:xfrm>
            <a:off x="659938" y="533400"/>
            <a:ext cx="8115762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g3fbf5b12d72_6_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">
  <p:cSld name="Zwischenfoli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bf5b12d72_6_105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g3fbf5b12d72_6_105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2">
  <p:cSld name="Zwischenfoli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bf5b12d72_6_108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g3fbf5b12d72_6_108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3">
  <p:cSld name="Zwischenfoli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bf5b12d72_6_111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g3fbf5b12d72_6_111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4">
  <p:cSld name="Zwischenfolie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bf5b12d72_6_114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g3fbf5b12d72_6_114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5">
  <p:cSld name="Zwischenfolie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bf5b12d72_6_117"/>
          <p:cNvSpPr txBox="1"/>
          <p:nvPr>
            <p:ph type="ctrTitle"/>
          </p:nvPr>
        </p:nvSpPr>
        <p:spPr>
          <a:xfrm>
            <a:off x="1091738" y="895350"/>
            <a:ext cx="5678178" cy="206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g3fbf5b12d72_6_117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7">
  <p:cSld name="Zwischenfolie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bf5b12d72_6_120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g3fbf5b12d72_6_120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8">
  <p:cSld name="Zwischenfolie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bf5b12d72_6_123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g3fbf5b12d72_6_123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9">
  <p:cSld name="Zwischenfolie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bf5b12d72_6_126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g3fbf5b12d72_6_126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0">
  <p:cSld name="Zwischenfolie 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bf5b12d72_6_129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g3fbf5b12d72_6_129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11">
  <p:cSld name="Zwischenfolie 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bf5b12d72_6_132"/>
          <p:cNvSpPr txBox="1"/>
          <p:nvPr>
            <p:ph type="ctrTitle"/>
          </p:nvPr>
        </p:nvSpPr>
        <p:spPr>
          <a:xfrm>
            <a:off x="1091738" y="1644650"/>
            <a:ext cx="5678178" cy="13157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Play"/>
              <a:buNone/>
              <a:defRPr b="1">
                <a:solidFill>
                  <a:srgbClr val="00336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g3fbf5b12d72_6_132"/>
          <p:cNvSpPr txBox="1"/>
          <p:nvPr>
            <p:ph idx="1" type="subTitle"/>
          </p:nvPr>
        </p:nvSpPr>
        <p:spPr>
          <a:xfrm>
            <a:off x="1091737" y="3067091"/>
            <a:ext cx="5575069" cy="1130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  <a:defRPr sz="2000">
                <a:solidFill>
                  <a:srgbClr val="003366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bf5b12d72_6_135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g3fbf5b12d72_6_135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7" name="Google Shape;607;g3fbf5b12d72_6_135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Slide">
  <p:cSld name="23_Title Slide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g3fbf5b12d72_6_139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g3fbf5b12d72_6_139"/>
          <p:cNvSpPr txBox="1"/>
          <p:nvPr>
            <p:ph idx="1" type="body"/>
          </p:nvPr>
        </p:nvSpPr>
        <p:spPr>
          <a:xfrm>
            <a:off x="3771106" y="338088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1" name="Google Shape;611;g3fbf5b12d72_6_139"/>
          <p:cNvSpPr txBox="1"/>
          <p:nvPr>
            <p:ph idx="2" type="body"/>
          </p:nvPr>
        </p:nvSpPr>
        <p:spPr>
          <a:xfrm>
            <a:off x="2795588" y="702441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572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Char char="•"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2" name="Google Shape;612;g3fbf5b12d72_6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2370" y="256971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bf5b12d72_6_144"/>
          <p:cNvSpPr txBox="1"/>
          <p:nvPr>
            <p:ph idx="1" type="body"/>
          </p:nvPr>
        </p:nvSpPr>
        <p:spPr>
          <a:xfrm>
            <a:off x="2005191" y="463520"/>
            <a:ext cx="4624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0"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5" name="Google Shape;615;g3fbf5b12d72_6_144"/>
          <p:cNvSpPr txBox="1"/>
          <p:nvPr>
            <p:ph idx="2" type="body"/>
          </p:nvPr>
        </p:nvSpPr>
        <p:spPr>
          <a:xfrm>
            <a:off x="2005191" y="822430"/>
            <a:ext cx="6575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E9ABE"/>
              </a:buClr>
              <a:buSzPts val="3600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6" name="Google Shape;616;g3fbf5b12d72_6_144"/>
          <p:cNvSpPr/>
          <p:nvPr/>
        </p:nvSpPr>
        <p:spPr>
          <a:xfrm>
            <a:off x="11321290" y="304894"/>
            <a:ext cx="493646" cy="458282"/>
          </a:xfrm>
          <a:custGeom>
            <a:rect b="b" l="l" r="r" t="t"/>
            <a:pathLst>
              <a:path extrusionOk="0" h="107" w="120">
                <a:moveTo>
                  <a:pt x="25" y="99"/>
                </a:moveTo>
                <a:cubicBezTo>
                  <a:pt x="2" y="61"/>
                  <a:pt x="2" y="61"/>
                  <a:pt x="2" y="61"/>
                </a:cubicBezTo>
                <a:cubicBezTo>
                  <a:pt x="0" y="56"/>
                  <a:pt x="0" y="50"/>
                  <a:pt x="2" y="46"/>
                </a:cubicBezTo>
                <a:cubicBezTo>
                  <a:pt x="25" y="7"/>
                  <a:pt x="25" y="7"/>
                  <a:pt x="25" y="7"/>
                </a:cubicBezTo>
                <a:cubicBezTo>
                  <a:pt x="27" y="3"/>
                  <a:pt x="32" y="0"/>
                  <a:pt x="37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87" y="0"/>
                  <a:pt x="92" y="3"/>
                  <a:pt x="95" y="7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20" y="50"/>
                  <a:pt x="120" y="56"/>
                  <a:pt x="117" y="61"/>
                </a:cubicBezTo>
                <a:cubicBezTo>
                  <a:pt x="95" y="99"/>
                  <a:pt x="95" y="99"/>
                  <a:pt x="95" y="99"/>
                </a:cubicBezTo>
                <a:cubicBezTo>
                  <a:pt x="92" y="104"/>
                  <a:pt x="87" y="107"/>
                  <a:pt x="82" y="107"/>
                </a:cubicBezTo>
                <a:cubicBezTo>
                  <a:pt x="37" y="107"/>
                  <a:pt x="37" y="107"/>
                  <a:pt x="37" y="107"/>
                </a:cubicBezTo>
                <a:cubicBezTo>
                  <a:pt x="32" y="107"/>
                  <a:pt x="27" y="104"/>
                  <a:pt x="25" y="99"/>
                </a:cubicBezTo>
                <a:close/>
              </a:path>
            </a:pathLst>
          </a:custGeom>
          <a:gradFill>
            <a:gsLst>
              <a:gs pos="0">
                <a:srgbClr val="285A71"/>
              </a:gs>
              <a:gs pos="50000">
                <a:srgbClr val="3A82A4"/>
              </a:gs>
              <a:gs pos="100000">
                <a:srgbClr val="459DC6"/>
              </a:gs>
            </a:gsLst>
            <a:lin ang="1350003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7" name="Google Shape;617;g3fbf5b12d72_6_144"/>
          <p:cNvSpPr txBox="1"/>
          <p:nvPr/>
        </p:nvSpPr>
        <p:spPr>
          <a:xfrm>
            <a:off x="11346898" y="387403"/>
            <a:ext cx="442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</a:pPr>
            <a:fld id="{00000000-1234-1234-1234-123412341234}" type="slidenum">
              <a:rPr b="0" i="0" lang="de-DE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g3fbf5b12d72_6_144"/>
          <p:cNvSpPr txBox="1"/>
          <p:nvPr/>
        </p:nvSpPr>
        <p:spPr>
          <a:xfrm>
            <a:off x="10363551" y="448363"/>
            <a:ext cx="930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de-DE" sz="700" u="none" cap="none" strike="noStrike">
                <a:solidFill>
                  <a:srgbClr val="DADADA"/>
                </a:solidFill>
                <a:latin typeface="Poppins"/>
                <a:ea typeface="Poppins"/>
                <a:cs typeface="Poppins"/>
                <a:sym typeface="Poppins"/>
              </a:rPr>
              <a:t>STRANICA</a:t>
            </a:r>
            <a:endParaRPr b="0" i="0" sz="700" u="none" cap="none" strike="noStrike">
              <a:solidFill>
                <a:srgbClr val="DADA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9" name="Google Shape;619;g3fbf5b12d72_6_144"/>
          <p:cNvPicPr preferRelativeResize="0"/>
          <p:nvPr/>
        </p:nvPicPr>
        <p:blipFill rotWithShape="1">
          <a:blip r:embed="rId2">
            <a:alphaModFix/>
          </a:blip>
          <a:srcRect b="23937" l="0" r="0" t="0"/>
          <a:stretch/>
        </p:blipFill>
        <p:spPr>
          <a:xfrm flipH="1" rot="5400000">
            <a:off x="-1665518" y="1583864"/>
            <a:ext cx="6939643" cy="3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3fbf5b12d72_6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1120" y="6107636"/>
            <a:ext cx="1348211" cy="44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h238209b5238db395_0_1530"/>
          <p:cNvSpPr/>
          <p:nvPr/>
        </p:nvSpPr>
        <p:spPr>
          <a:xfrm>
            <a:off x="0" y="49212"/>
            <a:ext cx="12192000" cy="680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5" name="Google Shape;625;h238209b5238db395_0_1530"/>
          <p:cNvPicPr preferRelativeResize="0"/>
          <p:nvPr/>
        </p:nvPicPr>
        <p:blipFill rotWithShape="1">
          <a:blip r:embed="rId2">
            <a:alphaModFix/>
          </a:blip>
          <a:srcRect b="23933" l="0" r="0" t="18371"/>
          <a:stretch/>
        </p:blipFill>
        <p:spPr>
          <a:xfrm flipH="1" rot="5400000">
            <a:off x="-2152329" y="2152328"/>
            <a:ext cx="6858001" cy="2553341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h238209b5238db395_0_1530"/>
          <p:cNvSpPr/>
          <p:nvPr/>
        </p:nvSpPr>
        <p:spPr>
          <a:xfrm>
            <a:off x="-2" y="49212"/>
            <a:ext cx="12192000" cy="15075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h238209b5238db395_0_1530"/>
          <p:cNvSpPr txBox="1"/>
          <p:nvPr/>
        </p:nvSpPr>
        <p:spPr>
          <a:xfrm>
            <a:off x="9351886" y="6541981"/>
            <a:ext cx="27432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PAGE </a:t>
            </a:r>
            <a:fld id="{00000000-1234-1234-1234-123412341234}" type="slidenum">
              <a:rPr b="0" i="0" lang="de-DE" sz="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h238209b5238db395_0_1530"/>
          <p:cNvSpPr txBox="1"/>
          <p:nvPr>
            <p:ph type="title"/>
          </p:nvPr>
        </p:nvSpPr>
        <p:spPr>
          <a:xfrm>
            <a:off x="537473" y="335138"/>
            <a:ext cx="9368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9ABE"/>
              </a:buClr>
              <a:buSzPts val="3600"/>
              <a:buFont typeface="Montserrat ExtraBold"/>
              <a:buNone/>
              <a:defRPr b="1" sz="3600">
                <a:solidFill>
                  <a:srgbClr val="4E9AB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9" name="Google Shape;629;h238209b5238db395_0_15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735" y="537629"/>
            <a:ext cx="1348207" cy="44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68.xml"/><Relationship Id="rId35" Type="http://schemas.openxmlformats.org/officeDocument/2006/relationships/theme" Target="../theme/theme5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1.xml"/><Relationship Id="rId24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98.xml"/><Relationship Id="rId31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1.xml"/><Relationship Id="rId34" Type="http://schemas.openxmlformats.org/officeDocument/2006/relationships/slideLayout" Target="../slideLayouts/slideLayout102.xml"/><Relationship Id="rId35" Type="http://schemas.openxmlformats.org/officeDocument/2006/relationships/slideLayout" Target="../slideLayouts/slideLayout103.xml"/><Relationship Id="rId36" Type="http://schemas.openxmlformats.org/officeDocument/2006/relationships/theme" Target="../theme/theme2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125.xml"/><Relationship Id="rId23" Type="http://schemas.openxmlformats.org/officeDocument/2006/relationships/slideLayout" Target="../slideLayouts/slideLayout126.xml"/><Relationship Id="rId24" Type="http://schemas.openxmlformats.org/officeDocument/2006/relationships/slideLayout" Target="../slideLayouts/slideLayout127.xml"/><Relationship Id="rId25" Type="http://schemas.openxmlformats.org/officeDocument/2006/relationships/slideLayout" Target="../slideLayouts/slideLayout128.xml"/><Relationship Id="rId26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30.xml"/><Relationship Id="rId28" Type="http://schemas.openxmlformats.org/officeDocument/2006/relationships/slideLayout" Target="../slideLayouts/slideLayout131.xml"/><Relationship Id="rId29" Type="http://schemas.openxmlformats.org/officeDocument/2006/relationships/slideLayout" Target="../slideLayouts/slideLayout132.xml"/><Relationship Id="rId30" Type="http://schemas.openxmlformats.org/officeDocument/2006/relationships/slideLayout" Target="../slideLayouts/slideLayout133.xml"/><Relationship Id="rId31" Type="http://schemas.openxmlformats.org/officeDocument/2006/relationships/slideLayout" Target="../slideLayouts/slideLayout134.xml"/><Relationship Id="rId32" Type="http://schemas.openxmlformats.org/officeDocument/2006/relationships/slideLayout" Target="../slideLayouts/slideLayout135.xml"/><Relationship Id="rId33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37.xml"/><Relationship Id="rId35" Type="http://schemas.openxmlformats.org/officeDocument/2006/relationships/theme" Target="../theme/theme1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633639"/>
            <a:ext cx="699951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3008539"/>
            <a:ext cx="10515600" cy="281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f5b12d72_2_0"/>
          <p:cNvSpPr txBox="1"/>
          <p:nvPr>
            <p:ph type="title"/>
          </p:nvPr>
        </p:nvSpPr>
        <p:spPr>
          <a:xfrm>
            <a:off x="838200" y="633639"/>
            <a:ext cx="699951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fbf5b12d72_2_0"/>
          <p:cNvSpPr txBox="1"/>
          <p:nvPr>
            <p:ph idx="1" type="body"/>
          </p:nvPr>
        </p:nvSpPr>
        <p:spPr>
          <a:xfrm>
            <a:off x="838200" y="3008539"/>
            <a:ext cx="10515600" cy="281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64" name="Google Shape;164;g3fbf5b12d72_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bf5b12d72_4_0"/>
          <p:cNvSpPr txBox="1"/>
          <p:nvPr>
            <p:ph type="title"/>
          </p:nvPr>
        </p:nvSpPr>
        <p:spPr>
          <a:xfrm>
            <a:off x="838200" y="633639"/>
            <a:ext cx="699951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g3fbf5b12d72_4_0"/>
          <p:cNvSpPr txBox="1"/>
          <p:nvPr>
            <p:ph idx="1" type="body"/>
          </p:nvPr>
        </p:nvSpPr>
        <p:spPr>
          <a:xfrm>
            <a:off x="838200" y="3008539"/>
            <a:ext cx="10515600" cy="281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316" name="Google Shape;316;g3fbf5b12d72_4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bf5b12d72_6_0"/>
          <p:cNvSpPr txBox="1"/>
          <p:nvPr>
            <p:ph type="title"/>
          </p:nvPr>
        </p:nvSpPr>
        <p:spPr>
          <a:xfrm>
            <a:off x="838200" y="633639"/>
            <a:ext cx="699951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1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1" name="Google Shape;471;g3fbf5b12d72_6_0"/>
          <p:cNvSpPr txBox="1"/>
          <p:nvPr>
            <p:ph idx="1" type="body"/>
          </p:nvPr>
        </p:nvSpPr>
        <p:spPr>
          <a:xfrm>
            <a:off x="838200" y="3008539"/>
            <a:ext cx="10515600" cy="281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472" name="Google Shape;472;g3fbf5b12d72_6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C9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790" r:id="rId1"/>
    <p:sldLayoutId id="214748379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 gilt was: die drei Ebenen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938" y="1100000"/>
            <a:ext cx="10872124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3366"/>
                </a:solidFill>
                <a:latin typeface="Play"/>
              </a:rPr>
              <a:t>System-Prompt, Projekt-Anweisung, Chat: Wo eine Regel steht, entscheidet, wo sie gilt.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9938" y="1650000"/>
            <a:ext cx="9522124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80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938" y="1720000"/>
            <a:ext cx="9022124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3366"/>
                </a:solidFill>
                <a:latin typeface="Play"/>
              </a:rPr>
              <a:t>GILT ÜBERALL, IN JEDEM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938" y="2070000"/>
            <a:ext cx="4421062" cy="640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D2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800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Play"/>
              </a:rPr>
              <a:t>System-Prompt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03366"/>
                </a:solidFill>
                <a:latin typeface="Play"/>
              </a:rPr>
              <a:t>Ihre eigenen Anweisungen in den Einstellungen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11000" y="2070000"/>
            <a:ext cx="4421062" cy="640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D2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800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Play"/>
              </a:rPr>
              <a:t>Allgemeine Wissensbasis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03366"/>
                </a:solidFill>
                <a:latin typeface="Play"/>
              </a:rPr>
              <a:t>was sich die KI über Sie merkt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938" y="2880000"/>
            <a:ext cx="9022124" cy="2470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80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9938" y="2950000"/>
            <a:ext cx="8522124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3366"/>
                </a:solidFill>
                <a:latin typeface="Play"/>
              </a:rPr>
              <a:t>GILT NUR IN DIESEM PROJEKT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9938" y="3300000"/>
            <a:ext cx="4171062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800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Play"/>
              </a:rPr>
              <a:t>Projekt-Anweisung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03366"/>
                </a:solidFill>
                <a:latin typeface="Play"/>
              </a:rPr>
              <a:t>Ihre Regeln für genau dieses Projekt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1000" y="3300000"/>
            <a:ext cx="4171062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80000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3366"/>
                </a:solidFill>
                <a:latin typeface="Play"/>
              </a:rPr>
              <a:t>Projekt-Wissensbasis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03366"/>
                </a:solidFill>
                <a:latin typeface="Play"/>
              </a:rPr>
              <a:t>Ihre hochgeladenen Dokumente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9938" y="4110000"/>
            <a:ext cx="8522124" cy="1070000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 w="9525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8000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Play"/>
              </a:rPr>
              <a:t>GILT NUR IN DIESEM CHAT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lay"/>
              </a:rPr>
              <a:t>das laufende Gespräch und Ihre aktuelle Nachricht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512062" y="1800000"/>
            <a:ext cx="420000" cy="3600000"/>
          </a:xfrm>
          <a:prstGeom prst="downArrow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2062" y="5530000"/>
            <a:ext cx="108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03366"/>
                </a:solidFill>
                <a:latin typeface="Play"/>
              </a:rPr>
              <a:t>mehr Gewicht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938" y="5780000"/>
            <a:ext cx="10872124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9900"/>
                </a:solidFill>
                <a:latin typeface="Play"/>
              </a:rPr>
              <a:t>Je weiter innen, desto mehr Gewicht.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ARS Farben">
      <a:dk1>
        <a:srgbClr val="003366"/>
      </a:dk1>
      <a:lt1>
        <a:srgbClr val="FFFFFF"/>
      </a:lt1>
      <a:dk2>
        <a:srgbClr val="003366"/>
      </a:dk2>
      <a:lt2>
        <a:srgbClr val="FFFFFF"/>
      </a:lt2>
      <a:accent1>
        <a:srgbClr val="003366"/>
      </a:accent1>
      <a:accent2>
        <a:srgbClr val="FF9900"/>
      </a:accent2>
      <a:accent3>
        <a:srgbClr val="ACB9C6"/>
      </a:accent3>
      <a:accent4>
        <a:srgbClr val="FF9900"/>
      </a:accent4>
      <a:accent5>
        <a:srgbClr val="003366"/>
      </a:accent5>
      <a:accent6>
        <a:srgbClr val="ACB9C6"/>
      </a:accent6>
      <a:hlink>
        <a:srgbClr val="FF9900"/>
      </a:hlink>
      <a:folHlink>
        <a:srgbClr val="ACB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ARS Farben">
      <a:dk1>
        <a:srgbClr val="003366"/>
      </a:dk1>
      <a:lt1>
        <a:srgbClr val="FFFFFF"/>
      </a:lt1>
      <a:dk2>
        <a:srgbClr val="003366"/>
      </a:dk2>
      <a:lt2>
        <a:srgbClr val="FFFFFF"/>
      </a:lt2>
      <a:accent1>
        <a:srgbClr val="003366"/>
      </a:accent1>
      <a:accent2>
        <a:srgbClr val="FF9900"/>
      </a:accent2>
      <a:accent3>
        <a:srgbClr val="ACB9C6"/>
      </a:accent3>
      <a:accent4>
        <a:srgbClr val="FF9900"/>
      </a:accent4>
      <a:accent5>
        <a:srgbClr val="003366"/>
      </a:accent5>
      <a:accent6>
        <a:srgbClr val="ACB9C6"/>
      </a:accent6>
      <a:hlink>
        <a:srgbClr val="FF9900"/>
      </a:hlink>
      <a:folHlink>
        <a:srgbClr val="ACB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ARS Farben">
      <a:dk1>
        <a:srgbClr val="003366"/>
      </a:dk1>
      <a:lt1>
        <a:srgbClr val="FFFFFF"/>
      </a:lt1>
      <a:dk2>
        <a:srgbClr val="003366"/>
      </a:dk2>
      <a:lt2>
        <a:srgbClr val="FFFFFF"/>
      </a:lt2>
      <a:accent1>
        <a:srgbClr val="003366"/>
      </a:accent1>
      <a:accent2>
        <a:srgbClr val="FF9900"/>
      </a:accent2>
      <a:accent3>
        <a:srgbClr val="ACB9C6"/>
      </a:accent3>
      <a:accent4>
        <a:srgbClr val="FF9900"/>
      </a:accent4>
      <a:accent5>
        <a:srgbClr val="003366"/>
      </a:accent5>
      <a:accent6>
        <a:srgbClr val="ACB9C6"/>
      </a:accent6>
      <a:hlink>
        <a:srgbClr val="FF9900"/>
      </a:hlink>
      <a:folHlink>
        <a:srgbClr val="ACB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ARS Farben">
      <a:dk1>
        <a:srgbClr val="003366"/>
      </a:dk1>
      <a:lt1>
        <a:srgbClr val="FFFFFF"/>
      </a:lt1>
      <a:dk2>
        <a:srgbClr val="003366"/>
      </a:dk2>
      <a:lt2>
        <a:srgbClr val="FFFFFF"/>
      </a:lt2>
      <a:accent1>
        <a:srgbClr val="003366"/>
      </a:accent1>
      <a:accent2>
        <a:srgbClr val="FF9900"/>
      </a:accent2>
      <a:accent3>
        <a:srgbClr val="ACB9C6"/>
      </a:accent3>
      <a:accent4>
        <a:srgbClr val="FF9900"/>
      </a:accent4>
      <a:accent5>
        <a:srgbClr val="003366"/>
      </a:accent5>
      <a:accent6>
        <a:srgbClr val="ACB9C6"/>
      </a:accent6>
      <a:hlink>
        <a:srgbClr val="FF9900"/>
      </a:hlink>
      <a:folHlink>
        <a:srgbClr val="ACB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1899-12-31T23:00:00Z</dcterms:created>
  <dc:creator>ARS Grafik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0x010100B49BD6F67338D5418B7754B91873659C</vt:lpwstr>
  </property>
  <property fmtid="{D5CDD505-2E9C-101B-9397-08002B2CF9AE}" pid="3" name="MediaServiceImageTags">
    <vt:lpwstr/>
  </property>
</Properties>
</file>